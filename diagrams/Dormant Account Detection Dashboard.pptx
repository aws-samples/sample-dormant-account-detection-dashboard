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ormant Account Detection Dashboard — target architecture (numbered steps)" descr="Dormant Account Detection Dashboard — target architecture (numbered steps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214" y="680000"/>
            <a:ext cx="8235571" cy="587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0000" y="300000"/>
            <a:ext cx="11592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2F3E"/>
                </a:solidFill>
                <a:latin typeface="Arial"/>
              </a:rPr>
              <a:t>Dormant Account Detection Dashboard — target architecture (numbered steps)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Dormant Account Detection Dashboard — target architecture" descr="Dormant Account Detection Dashboard — target architectur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214" y="680000"/>
            <a:ext cx="8235571" cy="587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0000" y="300000"/>
            <a:ext cx="11592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232F3E"/>
                </a:solidFill>
                <a:latin typeface="Arial"/>
              </a:rPr>
              <a:t>Dormant Account Detection Dashboard — target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Dormant Account Detection Dashboard — architecture</dc:title>
  <dc:subject/>
  <dc:creator>Dormant Account Detection Dashboard</dc:creator>
  <cp:keywords/>
  <dc:description>Generated from diagrams/DormantAccountDetectionDashboard.drawio</dc:description>
  <cp:lastModifiedBy/>
  <cp:revision>1</cp:revision>
  <dcterms:created xsi:type="dcterms:W3CDTF">2026-10-15T18:52:55Z</dcterms:created>
  <dcterms:modified xsi:type="dcterms:W3CDTF">2026-10-15T18:52:55Z</dcterms:modified>
  <cp:category/>
</cp:coreProperties>
</file>